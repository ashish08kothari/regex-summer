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9349092-EF8C-4241-8BC3-3360ADEEDDD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Book3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706E3CA-195A-4C0E-8C59-7CD2E30F078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20/06/25 11:17:02 am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2DF50B71-E15F-4FA4-AA2E-8CB8EA0384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462" y="171450"/>
            <a:ext cx="6315075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3" name="slide3">
            <a:extLst>
              <a:ext uri="{FF2B5EF4-FFF2-40B4-BE49-F238E27FC236}">
                <a16:creationId xmlns:a16="http://schemas.microsoft.com/office/drawing/2014/main" id="{068511D7-EAA4-4A49-A9F6-FA88D746EC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1804987"/>
            <a:ext cx="102489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3" id="4" name="slide4">
            <a:extLst>
              <a:ext uri="{FF2B5EF4-FFF2-40B4-BE49-F238E27FC236}">
                <a16:creationId xmlns:a16="http://schemas.microsoft.com/office/drawing/2014/main" id="{200A394D-AF00-4560-8E61-4CF008AA80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171450"/>
            <a:ext cx="756285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4" id="5" name="slide5">
            <a:extLst>
              <a:ext uri="{FF2B5EF4-FFF2-40B4-BE49-F238E27FC236}">
                <a16:creationId xmlns:a16="http://schemas.microsoft.com/office/drawing/2014/main" id="{C96958CE-18A0-41F4-A00A-584758E15A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090737"/>
            <a:ext cx="102489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5" id="6" name="slide6">
            <a:extLst>
              <a:ext uri="{FF2B5EF4-FFF2-40B4-BE49-F238E27FC236}">
                <a16:creationId xmlns:a16="http://schemas.microsoft.com/office/drawing/2014/main" id="{3385DA3D-413D-474F-846C-4E7D4FCAE9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090737"/>
            <a:ext cx="102489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6" id="7" name="slide7">
            <a:extLst>
              <a:ext uri="{FF2B5EF4-FFF2-40B4-BE49-F238E27FC236}">
                <a16:creationId xmlns:a16="http://schemas.microsoft.com/office/drawing/2014/main" id="{CD65EAC2-9531-47EF-8EC9-5E7F97B0121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171450"/>
            <a:ext cx="62865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7" id="8" name="slide8">
            <a:extLst>
              <a:ext uri="{FF2B5EF4-FFF2-40B4-BE49-F238E27FC236}">
                <a16:creationId xmlns:a16="http://schemas.microsoft.com/office/drawing/2014/main" id="{3718928B-F49C-4BB3-A470-815F3857A48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090737"/>
            <a:ext cx="102489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8" id="9" name="slide9">
            <a:extLst>
              <a:ext uri="{FF2B5EF4-FFF2-40B4-BE49-F238E27FC236}">
                <a16:creationId xmlns:a16="http://schemas.microsoft.com/office/drawing/2014/main" id="{435951B6-F9ED-41D8-9DC7-C46580E6C7E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090737"/>
            <a:ext cx="102489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9" id="10" name="slide10">
            <a:extLst>
              <a:ext uri="{FF2B5EF4-FFF2-40B4-BE49-F238E27FC236}">
                <a16:creationId xmlns:a16="http://schemas.microsoft.com/office/drawing/2014/main" id="{FD5E3BBE-0FFC-4BEA-9C30-19C592B670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52412"/>
            <a:ext cx="102489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0" id="11" name="slide11">
            <a:extLst>
              <a:ext uri="{FF2B5EF4-FFF2-40B4-BE49-F238E27FC236}">
                <a16:creationId xmlns:a16="http://schemas.microsoft.com/office/drawing/2014/main" id="{9D714AE4-198E-48FA-B809-E8C53E892B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0220"/>
            <a:ext cx="12192000" cy="199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2025-06-20T05:47:03Z</dcterms:created>
  <dcterms:modified xsi:type="dcterms:W3CDTF">2025-06-20T05:47:03Z</dcterms:modified>
</cp:coreProperties>
</file>