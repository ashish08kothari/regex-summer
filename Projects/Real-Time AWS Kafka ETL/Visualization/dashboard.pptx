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3AAEE8F-5F69-4BAE-B34C-A9BEF3134CF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1756F55-8B14-4B8A-B1E0-8395169021F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20/06/25 9:49:11 am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48DC0FB7-D3CA-49B6-9A63-1E52DAD6F5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319212"/>
            <a:ext cx="102489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D8592872-3E61-4833-961A-F4BC83CB7A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91" y="0"/>
            <a:ext cx="4320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17066248-3551-4A55-9824-C733B916BE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684" y="0"/>
            <a:ext cx="444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4DF9255A-440F-45C0-AE6B-997EAE8EFC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212" y="252412"/>
            <a:ext cx="574357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6" name="slide6">
            <a:extLst>
              <a:ext uri="{FF2B5EF4-FFF2-40B4-BE49-F238E27FC236}">
                <a16:creationId xmlns:a16="http://schemas.microsoft.com/office/drawing/2014/main" id="{FB1CA416-9015-4BA9-B43A-D4D53E4781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096" y="0"/>
            <a:ext cx="4977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7" name="slide7">
            <a:extLst>
              <a:ext uri="{FF2B5EF4-FFF2-40B4-BE49-F238E27FC236}">
                <a16:creationId xmlns:a16="http://schemas.microsoft.com/office/drawing/2014/main" id="{5050E500-CB79-4862-93ED-70FD5BA3BD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684" y="0"/>
            <a:ext cx="444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7" id="8" name="slide8">
            <a:extLst>
              <a:ext uri="{FF2B5EF4-FFF2-40B4-BE49-F238E27FC236}">
                <a16:creationId xmlns:a16="http://schemas.microsoft.com/office/drawing/2014/main" id="{7540A2A2-D36C-4130-9570-17EFE27D10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1733550"/>
            <a:ext cx="87249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8" id="9" name="slide9">
            <a:extLst>
              <a:ext uri="{FF2B5EF4-FFF2-40B4-BE49-F238E27FC236}">
                <a16:creationId xmlns:a16="http://schemas.microsoft.com/office/drawing/2014/main" id="{73306502-3D56-4CC0-9494-385372FE50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25" y="1890712"/>
            <a:ext cx="29527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9" id="10" name="slide10">
            <a:extLst>
              <a:ext uri="{FF2B5EF4-FFF2-40B4-BE49-F238E27FC236}">
                <a16:creationId xmlns:a16="http://schemas.microsoft.com/office/drawing/2014/main" id="{93E55EDC-AA1D-4549-9B4C-A2D782A47D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2100262"/>
            <a:ext cx="102489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0" id="11" name="slide11">
            <a:extLst>
              <a:ext uri="{FF2B5EF4-FFF2-40B4-BE49-F238E27FC236}">
                <a16:creationId xmlns:a16="http://schemas.microsoft.com/office/drawing/2014/main" id="{C2AA104E-9268-4BE5-A1A4-E5429A220EB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338262"/>
            <a:ext cx="1024890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2025-06-20T04:19:13Z</dcterms:created>
  <dcterms:modified xsi:type="dcterms:W3CDTF">2025-06-20T04:19:13Z</dcterms:modified>
</cp:coreProperties>
</file>