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15EB287-7130-431A-BDFC-64B17DD6CFC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Book3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B627667-F28D-49A6-9D2A-8E9A966D510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19/06/25 3:14:53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B5F1EC74-32CF-4897-9745-04F641A059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62" y="171450"/>
            <a:ext cx="6315075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46B5D598-B929-49FA-BBC4-550F411235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804987"/>
            <a:ext cx="102489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A4BDB33C-B601-4CD0-B4A2-130A00F9F0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171450"/>
            <a:ext cx="756285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2296DEC8-706C-4F0F-822F-06CC6E95C2A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5" id="6" name="slide6">
            <a:extLst>
              <a:ext uri="{FF2B5EF4-FFF2-40B4-BE49-F238E27FC236}">
                <a16:creationId xmlns:a16="http://schemas.microsoft.com/office/drawing/2014/main" id="{9B0DA60F-AEE2-4AE2-8731-09CA6D1744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6" id="7" name="slide7">
            <a:extLst>
              <a:ext uri="{FF2B5EF4-FFF2-40B4-BE49-F238E27FC236}">
                <a16:creationId xmlns:a16="http://schemas.microsoft.com/office/drawing/2014/main" id="{9EFA8755-862D-4D3B-8256-26D659B0F5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71450"/>
            <a:ext cx="62865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7" id="8" name="slide8">
            <a:extLst>
              <a:ext uri="{FF2B5EF4-FFF2-40B4-BE49-F238E27FC236}">
                <a16:creationId xmlns:a16="http://schemas.microsoft.com/office/drawing/2014/main" id="{DB43E49D-E5E7-4EF0-B7B2-E006160E0A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8" id="9" name="slide9">
            <a:extLst>
              <a:ext uri="{FF2B5EF4-FFF2-40B4-BE49-F238E27FC236}">
                <a16:creationId xmlns:a16="http://schemas.microsoft.com/office/drawing/2014/main" id="{451FA74C-6ED8-4838-9983-ED11646577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090737"/>
            <a:ext cx="10248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9" id="10" name="slide10">
            <a:extLst>
              <a:ext uri="{FF2B5EF4-FFF2-40B4-BE49-F238E27FC236}">
                <a16:creationId xmlns:a16="http://schemas.microsoft.com/office/drawing/2014/main" id="{0FE55DB2-B19A-4FF4-B37B-562BC07006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52412"/>
            <a:ext cx="102489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0" id="11" name="slide11">
            <a:extLst>
              <a:ext uri="{FF2B5EF4-FFF2-40B4-BE49-F238E27FC236}">
                <a16:creationId xmlns:a16="http://schemas.microsoft.com/office/drawing/2014/main" id="{2BDAB6F5-4BDF-4FA5-9193-FF93EF02BC9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0220"/>
            <a:ext cx="12192000" cy="199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2025-06-19T09:44:53Z</dcterms:created>
  <dcterms:modified xsi:type="dcterms:W3CDTF">2025-06-19T09:44:53Z</dcterms:modified>
</cp:coreProperties>
</file>