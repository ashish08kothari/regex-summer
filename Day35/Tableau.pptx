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C7154086-E588-4592-B256-04285CEC4E60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Book2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7BE59268-0CEC-4D70-A83D-136F01CDCB98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19/06/25 2:55:51 pm IST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1" id="2" name="slide2">
            <a:extLst>
              <a:ext uri="{FF2B5EF4-FFF2-40B4-BE49-F238E27FC236}">
                <a16:creationId xmlns:a16="http://schemas.microsoft.com/office/drawing/2014/main" id="{6FD64796-AFDA-4778-B147-7006BAEF6D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00" y="242887"/>
            <a:ext cx="9067800" cy="637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2" id="3" name="slide3">
            <a:extLst>
              <a:ext uri="{FF2B5EF4-FFF2-40B4-BE49-F238E27FC236}">
                <a16:creationId xmlns:a16="http://schemas.microsoft.com/office/drawing/2014/main" id="{59B38A2E-5C8F-4606-87D8-70E0F027AD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00" y="242887"/>
            <a:ext cx="9067800" cy="637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3" id="4" name="slide4">
            <a:extLst>
              <a:ext uri="{FF2B5EF4-FFF2-40B4-BE49-F238E27FC236}">
                <a16:creationId xmlns:a16="http://schemas.microsoft.com/office/drawing/2014/main" id="{F213CF2E-D58D-4538-A2FE-1722F3AF65F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050" y="2105025"/>
            <a:ext cx="3009900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4" id="5" name="slide5">
            <a:extLst>
              <a:ext uri="{FF2B5EF4-FFF2-40B4-BE49-F238E27FC236}">
                <a16:creationId xmlns:a16="http://schemas.microsoft.com/office/drawing/2014/main" id="{6B64BD8B-13FE-4767-AF1F-B990E9509E6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887" y="0"/>
            <a:ext cx="29622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2025-06-19T09:25:51Z</dcterms:created>
  <dcterms:modified xsi:type="dcterms:W3CDTF">2025-06-19T09:25:51Z</dcterms:modified>
</cp:coreProperties>
</file>